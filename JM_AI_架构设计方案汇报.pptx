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JM AI 设计规范审核平台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架构设计与技术方案汇报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t>Dual-Model MOE · Knowledge Base · Tool System · Data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知识库模块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设计规范知识工程 · 三级 Prompt 体系 · 标准分类体系 · 规范素材库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分析模块 · MOE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40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双模型多专家架构 · 融合引擎 · Prompt 专家化 · 容错降级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分析模块 · 工具系统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离线证据工具链 · 规则引擎 · Bbox 安全校验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数据沉淀模块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分层存储架构 · 全链路制品追溯 · 模型结果对比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架构全景与技术亮点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57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7 层架构总览 · 关键设计模式 · 质量保障体系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模块一：知识库模块（Knowledge Base）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Microsoft YaHei"/>
              </a:defRPr>
            </a:pPr>
            <a:r>
              <a:t>将 JM AI 设计规范从静态文档转化为可被 AI 模型和规则引擎消费的结构化知识体系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规范工程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设计规范知识工程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完整规范文本（.md）：涵盖色彩、字体、间距、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按钮、标签、图标、Header 等全品类规范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19 个 JM AI 色彩 Token 库（#7B5CF0 等）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间距 Token 体系（4/8/12/16/24/32/48px 等）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规范参考素材库：色彩/间距/字体/按钮/标签/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Header 等规范示意图，每个 issue 自动关联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spec-assets.json 索引：支持关键词匹配，精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准定位规范参考来源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Prompt 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三级 Prompt 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Full Prompt：完整规范作为上下文，适用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于 GPT-5.5 full mode，输出无限制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Light Prompt：核心规则摘要，GPT-5.5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light mode，最多 8 个 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Kimi Compact Prompt：Kimi 专用紧凑版，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字段 ≤60 字，最多 5 个 issues，禁用推理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Prompt + Schema 双版本号追踪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(jm-audit-prompt-v1 / jm-audit-schema-v1)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尺寸上下文动态注入：设计稿尺寸 → Prompt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让 AI 理解像素与物理尺寸的映射关系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84048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4592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分类体系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11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标准分类体系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3172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10 大标准分类：品牌一致性、色彩与渐变、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字体与文本、间距与布局、组件规范、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图标与 AI 标识、头部与导航、交互与状态、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可访问性、文案与信息层级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别名表归一化：30+ 种模型可能输出的分类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标签统一映射到 10 大类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模糊匹配兜底：英文 token 交集 + 中文关键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词双重判定，覆盖模型输出的任意分类表述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二级子分类体系：如 off_token_color、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wrong_gradient_direction 等，支持细粒度分析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知识库模块核心优势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Key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模型无关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优势一：模型无关的知识表达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设计规范以纯文本形式输入 Prompt 或规则引擎，不绑定特定模型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支持任意 Vision-Language Model 接入（GPT / Kimi / 通义 / Claude）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新模型只需增加一个 Prompt 变体即可适配，无需修改审核逻辑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分层策略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优势二：Prompt 分层适配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不搞「一套 Prompt 打天下」——为不同能力的模型定制不同复杂度的 Prompt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Kimi 紧凑版限制输出 5 个 issue，字段 60 字以内——适配小型模型的上下文限制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Full 版不设限——让 GPT-5.5 充分发挥其长上下文优势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容错归一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优势三：分类归一化兜底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模型可能输出「颜色」「colour」「Color」「色彩」「颜色和渐变」等任意分类名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分类体系通过别名直配 + token 交集 + 中文关键词三重归一，保证报告分类一致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二级子分类支持细颗粒度统计：如「非规范色」可聚合到「色彩与渐变」大类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931920"/>
            <a:ext cx="109728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97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优势四：规范素材联动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6177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每个 issue 自动匹配对应的规范参考图（色彩规范 / 间距规范 / 按钮规范等）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关键词打分匹配算法：从 issue 文本提取特征，与素材索引做关联度排序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用户在报告中可直接对比「现状截图 vs 规范参考」，降低沟通成本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 · 关键代码示例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Code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669280" cy="22860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prompt_builder.py - 三级 Prompt 策略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build_audit_prompt(spec_text, ...):          # Full 版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"你是 JM AI 设计规范审核助手..."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+ spec_text  # 完整规范上下文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build_light_audit_prompt(...):               # Light 版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"核心规则摘要...最多输出 8 个 issues"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build_kimi_light_audit_prompt(...):          # Kimi 紧凑版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"只输出紧凑 JSON...≤5 issues, ≤60字"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669280" cy="22860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audit_taxonomy.py - 10 大标准分类 + 归一化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CATEGORY_LABELS = {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'color_gradient': '色彩与渐变',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'typography': '字体与文本',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'spacing_layout': '间距与布局',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... 共 10 类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normalize_category(value):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key in CATEGORY_ALIASES:  # 别名直配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CATEGORY_ALIASES[key]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模糊匹配兜底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tokens &amp; english_tokens or cjk in raw: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66160"/>
            <a:ext cx="5669280" cy="2743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size_context.py - 尺寸上下文注入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compute_scale(actual_size, declared_size):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scale_x = actual_width / declared_width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scale_y = actual_height / declared_height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uniform = abs(scale_x - scale_y) &lt;= 0.02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{'x': scale_x, 'y': scale_y,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'uniform': uniform, ...}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→ 注入 Prompt: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"上传图片实际像素尺寸：2144px × 3856px"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"用户声明稿基准尺寸：375px × 812px"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"scale_x=5.714, scale_y=4.749, uniform=False"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669280" cy="2743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report_renderer.py - 规范素材联动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_spec_reference(issue):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精确匹配: spec-assets.json 关键词索引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specific = _specific_spec_reference(issue)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specific: return specific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兜底: 从 category / text 推断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'色' in category: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'/spec-assets/color.png'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'间距' in category: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'/spec-assets/space.png'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共 7 种规范素材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'按钮' in category: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'/spec-assets/buttons.png'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模块二：分析模块 · MOE 多专家系统（Mixture of Experts）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MOE 系统架构总览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Dual-Model · Dual-Level MOE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Microsoft YaHei"/>
              </a:defRPr>
            </a:pPr>
            <a:r>
              <a:t>两级 MOE 架构：单模型内 Prompt 专家化（Level 1）+ 跨模型集成专家系统（Level 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5303520" cy="2011680"/>
          </a:xfrm>
          <a:prstGeom prst="roundRect">
            <a:avLst/>
          </a:prstGeom>
          <a:solidFill>
            <a:srgbClr val="25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5CF0"/>
                </a:solidFill>
                <a:latin typeface="Microsoft YaHei"/>
              </a:defRPr>
            </a:pPr>
            <a:r>
              <a:t>Level 1：单模型内 Prompt 专家化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120640" cy="146304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_jdcloud_model_audit(settings, model):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light_mode AND is_kimi(model):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→ audit_image_with_kimi_light()  [Kimi 紧凑版]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elif light_mode: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→ audit_image_with_chat_light()  [GPT 轻量版]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→ audit_image_with_chat()        [GPT 完整版]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669280" cy="2011680"/>
          </a:xfrm>
          <a:prstGeom prst="roundRect">
            <a:avLst/>
          </a:prstGeom>
          <a:solidFill>
            <a:srgbClr val="25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5CF0"/>
                </a:solidFill>
                <a:latin typeface="Microsoft YaHei"/>
              </a:defRPr>
            </a:pPr>
            <a:r>
              <a:t>Level 2：跨模型集成专家系统（Dual Model Audit）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5486400" cy="146304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_dual_auditor(settings):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for model in [GPT-5.5, Kimi-K2.6]: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try: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result = chat_audit(model, ...)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write_json(f'audit-{model}.json')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except: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write_json(f'audit-{model}-failure.json')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merge_primary_with_candidates(...)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三种专家变体对比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5CF0"/>
                </a:solidFill>
                <a:latin typeface="Microsoft YaHei"/>
              </a:defRPr>
            </a:pPr>
            <a:r>
              <a:t>专家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5CF0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5CF0"/>
                </a:solidFill>
                <a:latin typeface="Microsoft YaHei"/>
              </a:defRPr>
            </a:pPr>
            <a:r>
              <a:t>Prompt 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5CF0"/>
                </a:solidFill>
                <a:latin typeface="Microsoft YaHei"/>
              </a:defRPr>
            </a:pPr>
            <a:r>
              <a:t>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5CF0"/>
                </a:solidFill>
                <a:latin typeface="Microsoft YaHei"/>
              </a:defRPr>
            </a:pPr>
            <a:r>
              <a:t>Issues 上限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5CF0"/>
                </a:solidFill>
                <a:latin typeface="Microsoft YaHei"/>
              </a:defRPr>
            </a:pPr>
            <a:r>
              <a:t>角色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11430000" cy="2926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5CF0"/>
                </a:solidFill>
                <a:latin typeface="Microsoft YaHei"/>
              </a:defRPr>
            </a:pPr>
            <a:r>
              <a:t>GPT-5.5 Full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GPT-5.5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完整规范上下文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不限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主模型 · 全面审核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00600"/>
            <a:ext cx="11430000" cy="29260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818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5CF0"/>
                </a:solidFill>
                <a:latin typeface="Microsoft YaHei"/>
              </a:defRPr>
            </a:pPr>
            <a:r>
              <a:t>GPT-5.5 Light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818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GPT-5.5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18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核心规则摘要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18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18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8 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818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轻量审核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20640"/>
            <a:ext cx="11430000" cy="2926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5CF0"/>
                </a:solidFill>
                <a:latin typeface="Microsoft YaHei"/>
              </a:defRPr>
            </a:pPr>
            <a:r>
              <a:t>Kimi-K2.6 Light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Kimi-K2.6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紧凑版(≤60字)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5 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候选 · 补充发现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MOE 融合引擎 · 核心算法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Fusion Engine — Deterministic Rule-Based Merging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A0"/>
                </a:solidFill>
                <a:latin typeface="Microsoft YaHei"/>
              </a:defRPr>
            </a:pPr>
            <a:r>
              <a:t>不依赖第三方仲裁模型，所有融合在本地通过结构化数据操作完成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匹配算法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问题匹配算法（_issue_match_score）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步骤 1：冲突阻断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位置冲突（「左上」vs「右下」）→ 得分 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分类冲突（颜色 vs 间距）→ 得分 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步骤 2：bbox 相关匹配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计算 IoU（Intersection over Union）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IoU ≥ 0.2 → 继续；否则语义兜底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得分 = 0.75 + 对象相似度(≤0.2)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        + 语义相似度(≤0.05)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步骤 3：无 bbox 匹配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最长公共子串 ≥ 4 字符 → 锚点分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对象描述文本相似度 ≥ 0.18 → 语义分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综合得分 ≥ 0.65 即视为同一问题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融合策略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问题融合策略（_merge_issue_into）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严重度取高：GPT 判「中」+ Kimi 判「高」→ 「高」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确保高风险问题不被低估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Bbox 取小：取面积较小的 bounding box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100x50=5000px² vs 60x30=1800px² → 选后者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定位越精准越好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描述取长：每个文本字段取较长者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「颜色偏差」(4字) vs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「顶部主按钮使用了明显偏离主色的蓝色」(24字)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→ 选 24 字版本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Agreement 标签体系：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both / gpt_only / kimi_only / promoted_candidate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MOE 容错与降级机制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Fault Tolerance &amp; Degradation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分类器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错误分类体系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7 类模型错误 + 可重试判定：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类别             可重试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──────           ────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capacity          ✓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rate_limit        ✓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timeout           ✓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provider_unavail  ✓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image_unsupported ✗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invalid_json      ✗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auth              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独立容错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双模型独立容错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每个模型有独立 try/except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GPT-5.5 超时 → 记录 failure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Kimi-K2.6 正常 → 继续处理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一个模型失败不阻塞另一个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主模型成功 → 主从融合: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merge_primary_with_candidates()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主模型结果是权威基准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候选模型仅做补充增强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主模型失败 → 降级融合: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merge_audit_attempts()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用可用模型的 issues 出报告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结论前缀标注「单模型降级」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84048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188720"/>
            <a:ext cx="109728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隔离机制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图片级隔离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2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每张图片有独立 try/except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多图片审核时，第 1 张失败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→ 不影响第 2、3 张继续审核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最终状态机：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┌──────────────┐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│  全部成功 ✓   │ → 审核完成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│  部分失败 ⚠   │ → 部分成功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│  全部失败 ✗   │ → 任务失败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└──────────────┘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结论摘要自动反映状态：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「成功 3 张，失败 1 张」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MOE 系统 · 端到端融合案例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End-to-End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143000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场景：审核「邀好友赚套餐」按钮颜色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GPT-5.5 发现：「该按钮使用橙色到红色的醒目渐变」→ 严重度: 中，bbox: [2586, 20, 216, 56]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Kimi-K2.6 发现：「「邀好友赚套餐」按钮使用橙色填充背景」→ 严重度: 高，bbox: [2623, 29, 220, 50]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Kimi-K2.6 额外发现：「品牌徽标未使用 JM AI 紫色」→ 严重度: 中（GPT 未发现）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融合结果：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✅ 问题 1（一致确认）→ severity: 高(取Kimi)，bbox: [2623,29,220,50](面积更小)，描述保留GPT原文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→ source_models: [GPT-5.5, Kimi-K2.6]，agreement: promoted_candidate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📋 问题 2（待复核）→ 品牌区问题 → review_candidates，等待人工判断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→ agreement: kimi_only，source_model: Kimi-K2.6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931920"/>
            <a:ext cx="5669280" cy="22860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融合后的 issue 结构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'id': '问题-001',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'category': '色彩与渐变',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'severity': '高',  # 从 Kimi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'current_observation': '该按钮使用橙色到红色的醒目渐变...',  # 从 GPT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'bbox': [2623, 29, 220, 50],  # 面积更小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'agreement': 'promoted_candidate',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'source_models': ['GPT-5.5', 'Kimi-K2.6'],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'rule_sources': ['model', 'color_sample'],  # 规则引擎也验证了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669280" cy="22860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test_audit_merge.py - 测试验证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test_merge_primary_with_candidates():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primary = _audit('GPT-5.5', [severity:'中', ...])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candidate = _audit('Kimi-K2.6', [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severity:'高', ...,  # 匹配 → promoted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severity:'中', ...,  # 不匹配 → review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])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result = merge_primary_with_candidates(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primary, candidate)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len(result['issues']) == 1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result['issues'][0]['severity'] == '高'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result['issues'][0]['agreement']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== 'promoted_candidate'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len(result['model_comparison']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['review_candidates']) ==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模块二：分析模块 · 工具系统（Tool System）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工具系统 · 三件套 + 规则引擎 + Bbox 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Offline Evidence Tools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A0"/>
                </a:solidFill>
                <a:latin typeface="Microsoft YaHei"/>
              </a:defRPr>
            </a:pPr>
            <a:r>
              <a:t>AI 做发现 → 工具做验证 → 规则做兜底：本地确定性校验补足 AI 的不可靠输出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颜色分析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颜色分析工具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analyze_image_tokens.py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提取采样点的精确 HEX 色值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匹配 19 个 JM AI 色彩 Token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计算色差距离（Delta E）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标记 off_token_candidate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输出：tokens.json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测量工具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区域测量工具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measure_regions.py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测量 UI 元素间距/内边距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匹配间距 Token 体系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1px 容差容忍判断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支持设计稿尺寸换算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输出：measurements.json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8404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4592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标注工具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11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问题标注工具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317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annotate_issues.py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在原图上绘制问题 bbox 边框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生成焦点蒙层（突出问题区域）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裁剪单个问题的局部截图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输出：annotated.png + issue-*.png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114800"/>
            <a:ext cx="109728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规则引擎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④ 规则引擎（rule_engine.py）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颜色规则：检查采样点是否偏离 JM AI token，生成 rule_hit 或 rule_warning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间距规则：检查测量值是否命中 spacing token，1px 容差内通过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Upsert 融合：如果 AI 已发现该问题→增强 AI 结论；否则→写入 warnings 人工复核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三层证据链：model_only → rule_hit → rule_warning，可追溯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4114800"/>
            <a:ext cx="1097280" cy="2743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安全校验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⑤ Bbox 安全校验器（bbox_validator.py）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状态机：bbox → trusted / suspicious / dropped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越界检测：坐标超出图片边界 → dropped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位置冲突检测：文字说「右下角」但坐标在左半边 → suspicious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多层校验：rule_engine 和 evidence_tools 各自再做一次独立的 bbox 合法性判断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工具系统 · 核心代码示例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Code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evidence_tools.py - 子进程调用模式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run_color_analysis(image_path, output_path, sample_points):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args = [sys.executable,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str(SCRIPTS_DIR / 'analyze_image_tokens.py'),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str(image_path), '--output', str(output_path)]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for point in sample_points: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args.extend(['--sample', f'{label}:{x}:{y}'])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_run(args)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_run(args):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result = subprocess.run(args, cwd=ROOT,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capture_output=True, text=True)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result.returncode != 0: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raise EvidenceToolError(...)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rule_engine.py - 规则应用与 upsert 融合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apply_rule_review(audit, tokens, measurements):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颜色规则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for issue in _color_issues_from_samples(tokens):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_upsert_rule_finding(issues, warnings, issue)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间距规则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for issue in _spacing_issues_from_measurements(measurements):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_upsert_rule_finding(issues, warnings, issue)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review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_upsert_rule_finding(issues, warnings, rule_issue):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match = _find_matching_issue(issues, rule_issue)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match is None: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warnings.append(rule_issue)   # AI没发现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match['severity'] = _higher_severity(...)  # 增强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bbox_validator.py - 三层状态机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validate_bbox(issue, image_size):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bbox is None: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DROPPED  # 无效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x &lt; 0 or y &lt; 0 or OOB: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DROPPED  # 越界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_has_position_conflict(issue, bbox, image_size):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SUSPICIOUS  # 位置文字冲突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TRUSTED  # 可信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_has_position_conflict(issue, bbox, image_size):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'右下' in text and center_x &lt; width*0.55: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True  # 说右下但坐标在左半边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颜色规则示例 - 检测非规范色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_color_issues_from_samples(tokens):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for sample in tokens.get('samples', []):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if not sample.get('off_token_candidate'):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continue  # 跳过符合规范的颜色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nearest = sample['nearest_jm_token']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issues.append({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'category': '色彩',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'severity': '中',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'current_observation': 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    f'实测颜色 {hex} 偏离 JM AI 规范色,'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    f'最近 token {nearest_name}'),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'confidence': 0.9,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'rule_source': 'color_sample',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})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模块三：数据沉淀模块（Data Pipeline &amp; Traceability）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分层存储架构 · 数据可沉淀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SQLite (Control Plane) + Filesystem (Data Plane)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A0"/>
                </a:solidFill>
                <a:latin typeface="Microsoft YaHei"/>
              </a:defRPr>
            </a:pPr>
            <a:r>
              <a:t>DB 只存控制面元数据，所有数据面存文件系统——查询轻量、备份简单、可全链路追溯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SQLite 控制面（元数据）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tasks 表：id, title, user_id, status, created_at 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task_images 表：每张图片的状态、路径、标注结果路径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users 表：用户认证、角色（admin / user）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只存几十行记录，查询永远轻量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Schema 版本号控制（SCHEMA_VERSION=3），支持增量迁移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文件系统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文件系统数据面（制品）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data/uploads/{task_id}/originals/ —— 原始截图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data/uploads/{task_id}/artifacts/image-001/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audit.json（最终融合报告）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audit-01-gpt-5-5.json（GPT 原始输出）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audit-02-kimi-k2-6.json（Kimi 原始输出）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tokens.json（颜色分析结果）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measurements.json（间距测量结果）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annotated.png（标注截图）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issue-001.png ~ issue-NNN.png（局部裁剪）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└─ region-crops/（测量区域裁剪）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data/uploads/{task_id}/report.html（自包含 HTML 报告）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数据可查询 · 可回溯 · 可对比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Queryable · Traceable · Comparable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可查询 — 多维度数据访问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任务级查询：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历史任务列表（按用户筛选）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任务状态（运行中/成功/失败）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未读成功任务标记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图片级查询：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每张图片的审核状态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标注截图路径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tokens / measurements 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issues 等 JSON 路径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报告访问：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在线 HTML 报告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PDF 导出（无头 Chrome）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可回溯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可回溯 — 全链路制品保留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每张图片经历的每个阶段都有独立文件: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① AI 原始输出 → audit-01-gpt.json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           → audit-02-kimi.json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② 颜色分析   → tokens.json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③ 间距测量   → measurements.json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④ 规则结果   → audit.json(含rule_hits)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⑤ 标注截图   → annotated.png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⑥ 局部裁剪   → issue-*.png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任何时候都可以回溯: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「这个结论是 GPT 还是 Kimi 发现的？」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「规则引擎验证了什么？」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「颜色采样点在哪里？」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→ artifacts 中都有明确答案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84048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18872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可对比 — 模型结果 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2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model_comparison 结构: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models: [GPT-5.5, Kimi-K2.6]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agreed_issues: 双方一致的问题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gpt_only_issues: 仅 GPT 发现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kimi_only_issues: 仅 Kimi 发现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promoted_issues: 候选升格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primary_only_issues: 主模型独有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review_candidates: 待复核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model_failures: 模型失败记录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每个 issue 自带：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agreement: both/gpt_only/kimi_only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source_models: 来源模型列表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rule_sources: 规则验证来源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evidence_type: 证据类型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结论自动汇总: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「共发现 N 个问题，双方共同确认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M 个，单模型补充 K 个」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数据沉淀 · 关键代码示例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Code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文件系统目录结构（自动生成）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data/uploads/{task_id}/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├── originals/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└── home_screen.png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├── artifacts/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├── image-001/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audit-01-gpt-5-5.json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audit-02-kimi-k2-6.json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audit.json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tokens.json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measurements.json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issues.json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regions.json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annotated.png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├── issue-001.png ～ issue-003.png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└── region-crops/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    ├── region-001.png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│       └── region-002.png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└── image-002/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│       └── ...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└── report.html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model_comparison 结构（对比分析）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'models': ['GPT-5.5', 'Kimi-K2.6'],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'agreed_issues': [    # 双方一致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{'id': '问题-001', 'agreement': 'both',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'source_models': ['GPT-5.5', 'Kimi-K2.6'],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'severity': '高', ...}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'gpt_only_issues': [...],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'kimi_only_issues': [...],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'promoted_issues': [...],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'review_candidates': [  # 待人工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{'id': 'kimi-2',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'source_model': 'Kimi-K2.6', ...}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'model_failures': []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repositories.py - 数据查询层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create_task(conn, title, user_id):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cur = conn.execute(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'INSERT INTO tasks (...) VALUES (...)')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cur.lastrowid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get_task_by_id(conn, task_id):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row = conn.execute(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'SELECT * FROM tasks WHERE id=?',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(task_id,)).fetchone()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Task(**row) if row else None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list_task_images(conn, task_id):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rows = conn.execute(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'SELECT * FROM task_images 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'WHERE task_id=? ORDER BY sort_order',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(task_id,)).fetchall()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[TaskImage(**row) for row in rows]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audit_merge.py - 结论自动汇总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_conclusion(issues, comparison):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agreed = len(comparison['agreed_issues'])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supplemental = 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len(comparison['gpt_only_issues']) +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len(comparison['kimi_only_issues']))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'双模型本地合并完成：'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f'共发现 {len(issues)} 个问题，'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f'双方共同确认 {agreed} 个，'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f'单模型补充 {supplemental} 个。')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降级时自动加前缀: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if failures: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conclusion = ('候选模型降级审核：'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      + conclusion)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模块四：架构全景与技术亮点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 层架构总览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Full Architecture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A0"/>
                </a:solidFill>
                <a:latin typeface="Microsoft YaHei"/>
              </a:defRPr>
            </a:pPr>
            <a:r>
              <a:t>Web → 队列 → 编排 → AI/证据/规则 → 持久化 → 报表，数据单向流动，层间通过标准类型解耦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371600" cy="54864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WEB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FastAPI + Jinja2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极薄路由层，不包含业务逻辑，只负责 HTTP 协议适配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76272"/>
            <a:ext cx="1371600" cy="5486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队列层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219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threading +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219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双检锁单 worker，daemon 自动终止，永不崩溃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889504"/>
            <a:ext cx="1371600" cy="54864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编排层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352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6-Stage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352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每张图片独立 try/except，一张失败不影响其他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02736"/>
            <a:ext cx="1371600" cy="54864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6484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GPT-5.5 + Kimi-K2.6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4845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4 种审核变体 + 三级 Prompt + 双模型融合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315968"/>
            <a:ext cx="1371600" cy="54864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证据层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616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 个子进程脚本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3616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颜色分析 / 区域测量 / 问题标注，独立内存管理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029200"/>
            <a:ext cx="1371600" cy="5486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规则层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确定性规则引擎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074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颜色 token 校验 + 间距 token 校验，confidence=0.9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742432"/>
            <a:ext cx="1371600" cy="54864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报表层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7881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自包含 HTML +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7881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规范素材联动，JS 缩放/平移，无头 Chrome 导出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关键设计模式总结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Design Patterns &amp;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编排模式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收缩式编排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所有流水线阶段在同一个线程完成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不拆微服务，数据流清晰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失败回滚简单（整张图 try/except）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无需跨服务协调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并发模式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双检锁单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线程安全的 Worker 启动（Double-Checked Locking）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daemon=True → 主进程退出自动终止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永不退出的 worker loop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无需外部消息队列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8404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18872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隔离模式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子进程隔离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证据工具作为独立子进程运行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独立管理内存，避免 OOM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复用当前 Python 解释器（sys.executable）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失败时抛出 EvidenceToolError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36576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931920"/>
            <a:ext cx="109728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容错模式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容错降级模式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模型层：7 类错误 + 可重试判定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融合层：主模型失败→单模型降级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图片层：独立 try/except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三层防护，保证系统可用性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840480"/>
            <a:ext cx="36576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3931920"/>
            <a:ext cx="1097280" cy="2743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证据链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三级证据链模式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6177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Level 1: AI 模型发现（model/gpt/kimi）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Level 2: 规则引擎验证（rule_hit）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Level 3: 人工复核兜底（review_candidates）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每级都携带 source_models + rule_sources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840480"/>
            <a:ext cx="38404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3880" y="39319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存储模式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控制/数据面分离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6177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SQLite：只存控制面（任务/图片元数据）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文件系统：存数据面（JSON/PNG/HTML）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DB 永远轻量查询（几十行记录）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制品可文件系统直接备份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项目核心指标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openai_audit.py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1166 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openai_audit.py — 核心审核逻辑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9728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report_renderer.py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866 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report_renderer.py — HTML 报告渲染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18872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test_audit_merge.py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824 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test_audit_merge.py — 融合引擎测试（22 个测试用例）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09728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1188720"/>
            <a:ext cx="1097280" cy="2743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audit_merge.py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804 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audit_merge.py — 双模型融合引擎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37744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246888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repositories.py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496 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repositories.py — 数据访问层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37744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29000" y="246888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task_runner.py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363 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task_runner.py — 审核流水线编排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37744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246888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rule_engine.py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290 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rule_engine.py — 规则引擎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37744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81160" y="2468880"/>
            <a:ext cx="109728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audit_taxonomy.py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10 大类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audit_taxonomy.py — 标准分类体系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65760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374904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7 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架构 — Web → 队列 → 编排 → AI → 证据 → 规则 → 报表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365760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429000" y="374904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审核变体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 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审核变体 — GPT-full / GPT-light / Kimi-light / responses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65760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55080" y="374904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Prompt 体系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 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Prompt 体系 — Full / Light / Kimi Compact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3657600"/>
            <a:ext cx="27432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81160" y="3749040"/>
            <a:ext cx="1097280" cy="2743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测试文件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22 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测试文件 — 全模块覆盖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总结 · 核心设计理念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A0"/>
                </a:solidFill>
                <a:latin typeface="Microsoft YaHei"/>
              </a:defRPr>
            </a:pPr>
            <a:r>
              <a:t>「AI 做发现、规则做验证、人工做兜底」—— 三级扣合的完整证据链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4747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09728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知识库 → 模型无关化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设计规范以纯文本表达，不绑定特定模型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Prompt 分层适配不同能力等级的模型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分类体系归一化，覆盖模型任意输出表述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规范素材自动联动，降低人工沟通成本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645920"/>
            <a:ext cx="402336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173736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0312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分析 → MOE + 工具双引擎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423160"/>
            <a:ext cx="3749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Level 1：单模型内 Prompt 专家化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Level 2：跨模型集成（GPT + Kimi）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确定性融合引擎：IoU + 文本相似度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证据工具链：颜色/间距/标注闭环验证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规则引擎兜底：确定性校验补足 AI 不可靠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6576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737360"/>
            <a:ext cx="109728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 → 全链路可追溯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控制面/数据面分离，查询轻量、备份简单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每张图每阶段的制品完整保留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model_comparison 清晰展示共识与分歧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每个 issue 可追溯到来源模型和验证方式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t>总代码量 ~8000 行 Python · 22 个测试文件 · 10 个文档 · 4 种模型变体 · 7 层架构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