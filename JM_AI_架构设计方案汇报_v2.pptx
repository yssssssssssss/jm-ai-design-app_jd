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JM AI 设计规范审核平台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架构设计与技术方案汇报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Microsoft YaHei"/>
              </a:defRPr>
            </a:pPr>
            <a:r>
              <a:t>LLM + Agent + Skill + MOE + Harness + Data Flywheel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5CF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知识库模块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34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规范知识工程 + 素材自动化分析管线 + 跨场景扩展架构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5CF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分析模块 · MOE 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40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双层 MOE：跨模型集成（GPT+Kimi）+ 单模型内多专家路由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5CF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分析模块 · 工具系统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246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Agent 化证据工具链 + 规则引擎 + 安全校验 Harness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5CF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数据沉淀与飞轮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分层存储 + 全链路追溯 + 数据飞轮：每轮任务反哺精度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5CF0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架构全景与设计模式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257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7 层架构 · LLM/Agent/Skill/Harness 概念融合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模块一：知识库模块（Knowledge Base）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知识库模块 · 规范知识工程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Design Spec Knowledge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A0"/>
                </a:solidFill>
                <a:latin typeface="Microsoft YaHei"/>
              </a:defRPr>
            </a:pPr>
            <a:r>
              <a:t>将 JM AI 设计规范从静态文档转化为可被 LLM Agent 和规则引擎消费的结构化知识体系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365760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规范工程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① 设计规范文本化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完整规范 .md 文档：覆盖色彩、字体、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间距、按钮、标签、图标、Header 等品类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19 个 JM AI 色彩 Token 库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（#7B5CF0 等紫色系基准色）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间距 Token 体系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（4/8/12/16/24/32/48px）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Type Token 体系（字号/字重/行高）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65760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Skill 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② 三级 Prompt Skill 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3172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Full Skill：「完整专家模式」，GPT-5.5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注入完整规范，无输出限制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Light Skill：「快速筛查模式」，核心规则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摘要，最多 8 个 issues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Kimi Compact Skill：「轻量扫描模式」，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字段 ≤60 字，最多 5 个 issues，禁用推理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Prompt + Schema 双版本号追踪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8404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80" y="164592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Taxonomy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011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③ 标准分类体系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33172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10 大标准分类：品牌一致性、色彩与渐变、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字体与文本、间距与布局、组件规范、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图标与 AI 标识、头部与导航、交互与状态、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可访问性、文案与信息层级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别名表 + token 交集 + 中文关键词三重归一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二级子分类：off_token_color、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wrong_gradient_direction 等细粒度标签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知识库模块 · 素材自动化分析管线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Automated Material Analysis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「从原始素材到结构化知识库」—— 自动化管线替代人工整理，一键摄入多格式设计资产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219456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摄入层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① 多格式摄入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1920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支持输入格式：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▸ PDF（设计规范文档）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▸ PNG/JPG/WebP（设计稿截图）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▸ SVG（图标/组件素材）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▸ Markdown/HTML（文本规范）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▸ Sketch/Figma 导出切片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输入自动分类器：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▸ 根据 MIME type + 文件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 名规则路由到不同处理链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554480"/>
            <a:ext cx="219456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80360" y="164592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解析层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0116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② 智能解析引擎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331720"/>
            <a:ext cx="1920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PDF 解析：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▸ PyMuPDF 提取文本层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▸ OCR（PaddleOCR）识别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 扫描件中的文字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▸ 表格结构还原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图片解析：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▸ 自动裁切留白边缘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▸ 组件区域检测（边缘检测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 + 轮廓分析）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▸ 颜色采样点自动标注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554480"/>
            <a:ext cx="219456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57800" y="164592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存储层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0116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③ 结构化入库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331720"/>
            <a:ext cx="1920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知识库 Schema：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▸ spec_assets 表：素材 ID、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 类型、存储路径、标签列表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▸ color_tokens 表：Token 名、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 HEX、RGB、用途分类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▸ spacing_tokens 表：Token 值、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 适用场景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▸ typography_tokens 表：字号、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 字重、行高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JSON 索引文件自动生成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（spec-assets.json）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554480"/>
            <a:ext cx="438912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35239" y="1645920"/>
            <a:ext cx="118872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Agent 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39" y="2011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④ LLM 辅助知识提取（Agent 编排）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39" y="233172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对 PDF/文档调用 LLM Agent 自动提取结构化规则：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Agent 编排流程：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1. Doc Reader Agent → 文本分段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2. Rule Extractor Agent → 抽取色彩规则/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  间距规则/组件定义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3. Validator Agent → 交叉校验与去重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4. Indexer Agent → 生成关键词索引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Skill 封装：每个 Agent 对应一个 Prompt Skill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（rule-extractor.skill、validator.skill 等）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结果：自动生成 spec_text + spec-assets.json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+ color_tokens.json + spacing_tokens.json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知识库模块 · 跨场景扩展架构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Extensibility — Build Once, Extend Everywhere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核心不是「一个知识库」，而是一套「自动化处理流程和规范框架」—— 可无缝复制到任意品牌/场景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扩展机制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扩展路径：替换「知识层」，复用「流程层」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当前（JM AI 品牌）→ 新品牌接入只需替换：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┌─────────────────────────────────────────┐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│  input/     ← 替换为新品牌的设计规范素材 │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│  color_tokens.json   ← 替换为新品牌色板  │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│  spacing_tokens.json ← 替换为新品牌间距  │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│  spec_text.md       ← 替换为新品牌规范   │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└─────────────────────────────────────────┘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流程层完全复用：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┌─────────────────────────────────────────┐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│  解析管线 → Prompt Skill 生成 →          │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│  规则引擎 → 融合逻辑 → 报告模板           │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└─────────────────────────────────────────┘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64592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应用场景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可扩展的应用场景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多品牌设计规范审核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JD React、Taro Design、NutUI 等任意组件库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跨平台 UI 自动化检测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移动端 App / 小程序 / Web / 后台系统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无障碍合规审核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接入 WCAG 2.1 规范知识库，自动检测对比度等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国际化规范适配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替换 Prompt Language + 规范文本语言包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11480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GitOps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80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知识库即代码（Knowledge Base as Code）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0060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所有知识库内容以文件形式管理，可 Git 版本控制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每次规范更新 → PR 提交 → CI 自动重新生成 Prompt → 审核精度自动跟随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多版本规范共存，支持 A/B 实验比对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实现「规范即配置，配置即代码」的工程化闭环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4114800"/>
            <a:ext cx="118872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Skill 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80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Skill 化封装：一次开发，多处复用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80060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每个知识库模块封装为独立 Skill（.skill 文件）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jm-color.skill → 色彩审核专家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jm-spacing.skill → 间距审核专家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jm-typography.skill → 字体审核专家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jm-components.skill → 组件审核专家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新品牌 = 新 Skill 集 = 新知识库 + 规则配置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模块二：分析模块 · 双层 MOE 系统（Mixture of Agents）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MOE 系统 · 双层架构总览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Two-Level Mixture of Experts /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11430000" cy="2560320"/>
          </a:xfrm>
          <a:prstGeom prst="roundRect">
            <a:avLst/>
          </a:prstGeom>
          <a:solidFill>
            <a:srgbClr val="25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5CF0"/>
                </a:solidFill>
                <a:latin typeface="Microsoft YaHei"/>
              </a:defRPr>
            </a:pPr>
            <a:r>
              <a:t>Level 1：跨模型集成 MOE（Cross-Model Ensemble）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201168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                   Task Runner (Harness)    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┌─────────────────────┐   ┌─────────────────────────────┐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│   GPT-5.5 Agent     │   │   Kimi-K2.6 Agent           │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│   (Primary Expert)  │   │   (Candidate Expert)        │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│   Skill: full/light │   │   Skill: kimi-compact       │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└────────┬────────────┘   └────────┬────────────────────┘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         │ issues[]                 │ issues[]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         └──────────┬───────────────┘       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                    ▼                       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          Fusion Engine (merge_primary_with_candidates)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          ├─ IoU + 文本相似度匹配            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          ├─ 严重度取高 / bbox 取小 / 描述取长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          └─ agreement: both / gpt_only / kimi_only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└─────────────────────────────────────────────────────────────┘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840480"/>
            <a:ext cx="11430000" cy="2560320"/>
          </a:xfrm>
          <a:prstGeom prst="roundRect">
            <a:avLst/>
          </a:prstGeom>
          <a:solidFill>
            <a:srgbClr val="25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5CF0"/>
                </a:solidFill>
                <a:latin typeface="Microsoft YaHei"/>
              </a:defRPr>
            </a:pPr>
            <a:r>
              <a:t>Level 2：单模型内多专家路由（Intra-Model Expert Routing）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1247120" cy="201168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                   同一个 LLM Instance      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                                            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截图 ──→ Router Agent (分类调度器)           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              │                             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    ┌─────────┼──────────┬───────────┐     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    ▼         ▼          ▼           ▼     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┌──────┐ ┌──────┐  ┌──────┐   ┌──────┐    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│颜色  │ │布局  │  │组件  │   │图标  │  ...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│专家  │ │专家  │  │专家  │   │专家  │    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└──┬───┘ └──┬───┘  └──┬───┘   └──┬───┘    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   │color   │spacing  │component  │icon    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   │issues  │issues   │issues     │issues  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   └────────┴─────────┴───────────┘        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                    ▼                       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│              Expert Aggregator (汇总合并)                    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Level 1：跨模型集成 MOE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Cross-Model Ensemble — GPT-5.5 + Kimi-K2.6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两个独立模型作为不同 Agent，并行审核后通过确定性融合引擎合并结果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Agent 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Agent 化设计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GPT-5.5 Agent：主审专家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Skill: jm-audit-full / jm-audit-light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角色：全面审核，发现所有类别的问题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Kimi-K2.6 Agent：复审专家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Skill: jm-audit-kimi-compact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角色：差异化视角，补充 GPT 遗漏的问题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每个 Agent 都拥有独立 Prompt Skill + 独立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的 Tool 调用权限（颜色分析、测量等）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64592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Harness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Harness 编排（Orchestration Harness）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Harness = 编排容器，管理 Agent 生命周期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任务调度：并行调度两个 Agent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结果收集：等待两个 Agent 完成（或超时）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融合执行：调用 Fusion Engine 合并结果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Harness 的容错协议：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1. GPT OK + Kimi OK → 完整融合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2. GPT OK + Kimi Fail → 降级为 GPT 单模型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3. GPT Fail + Kimi OK → 降级为 Kimi 单模型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4. Both Fail → 任务失败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每次失败记录 error_type 和 retriable 标记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114800"/>
            <a:ext cx="11430000" cy="210312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task_runner.py — Harness 编排核心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_dual_auditor(settings, ...):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def audit(image_path, artifact_dir, scale_context=None):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attempts: list[dict[str, Any]] = []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# 并行调度两个 Agent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for index, model in enumerate(settings.audit_models, start=1):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try: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    chat_audit = _jdcloud_model_audit(settings, model)  # 选取 Skill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    result = chat_audit(client, model, image_path, ...)  # Agent 执行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    attempts.append({'model': model, 'audit': result})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except Exception as exc: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    attempts.append(model_failure(model, exc))  # 容错记录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# Fusion Engine 执行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primary = attempts[0]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if isinstance(primary.get('audit'), dict):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    return merge_primary_with_candidates(primary, attempts[1:])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    return merge_audit_attempts(attempts)  # 降级路径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Level 2：单模型内多专家路由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Intra-Model Expert Routing — Mixture of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同一个模型内按技能领域路由到不同专家 Skill——每个专家专注于一个维度的深度分析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3657600" cy="21945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Expert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色彩专家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Skill: jm-color-audit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专注检查：品牌色、渐变方向、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色彩 Token 合规、对比度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输出：color_issues + 采样点坐标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657600" cy="21945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Expert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布局/间距专家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3317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Skill: jm-spacing-audit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专注检查：间距 Token、组件对齐、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内边距/外边距、布局密度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输出：spacing_issues + regions + distances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657600" cy="21945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164592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Expert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组件专家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317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Skill: jm-component-audit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专注检查：按钮样式、标签形态、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表单元素、卡片、Dialog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输出：component_issues + 组件类型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023360"/>
            <a:ext cx="3657600" cy="21945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4114800"/>
            <a:ext cx="118872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Expert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480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图标专家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006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Skill: jm-icon-audit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专注检查：AI 闪光标、图标语义、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品牌徽标、状态标记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输出：icon_issues + 图标种类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023360"/>
            <a:ext cx="3657600" cy="21945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34840" y="4114800"/>
            <a:ext cx="1188720" cy="274320"/>
          </a:xfrm>
          <a:prstGeom prst="roundRect">
            <a:avLst/>
          </a:prstGeom>
          <a:solidFill>
            <a:srgbClr val="FF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Expert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80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字体专家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8006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Skill: jm-typography-audit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专注检查：字号 Token、字重、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行高、文本层级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输出：type_issues + 文本区域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023360"/>
            <a:ext cx="3657600" cy="21945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66760" y="4114800"/>
            <a:ext cx="1188720" cy="274320"/>
          </a:xfrm>
          <a:prstGeom prst="roundRect">
            <a:avLst/>
          </a:prstGeom>
          <a:solidFill>
            <a:srgbClr val="FF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Expert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480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总体专家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8006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Skill: jm-overall-audit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全局视角：页面整体感知、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Header 层级、商业入口合规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输出：overall_conclusion + 全局问题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6126480"/>
            <a:ext cx="11430000" cy="54864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路由逻辑示意：图片 → Router Classifier → Specific Expert Skill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_jdcloud_model_audit(settings, model) → 根据 prompt_mode 和 model 类型路由到不同 Skill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专家路由 · Prompt Skill 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Expert Skill Prompt Templates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5669280" cy="256032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色彩专家 Prompt Skill (jm-color-audit)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build_color_expert_prompt(...):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'''你是一位 JM AI 色彩规范专家。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专注检查以下内容：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1. 主按钮、选中等状态是否使用了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JM AI 紫色 (#7B5CF0) 系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2. 营销入口是否使用了非规范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强调色（橙色、红色、绿色等）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3. 渐变方向是否符合 AI 渐变规范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4. 图标/标签/徽章颜色是否偏离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输出字段：category='color_gradient',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spec_expectation, recommendation +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bbox [x,y,w,h] + sample_points'''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05840"/>
            <a:ext cx="5669280" cy="256032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布局专家 Prompt Skill (jm-spacing-audit)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build_spacing_expert_prompt(...):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'''你是一位 JM AI 间距/布局专家。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专注检查以下内容：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1. 卡片内边距是否符合间距 Token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(4/8/12/16/24/32/48px)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2. 组件之间的间距是否一致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3. 表单/列表的布局密度是否合理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4. 嵌套滚轮场景下的间距异常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输出字段：category='spacing_layout',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regions（请求测量区域）+ distances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（请求间距测量）'''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749039"/>
            <a:ext cx="5669280" cy="256032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组件专家 Prompt Skill (jm-component-audit)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build_component_expert_prompt(...):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'''你是一位 JM AI 组件规范专家。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专注检查以下内容：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1. 按钮样式：形状、圆角、填充色、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悬停态、禁用态是否符合规范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2. 标签形态：胶囊型、圆角矩形、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文字标签、图标标签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3. 表单元素：输入框、选择器、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开关、滑块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4. Dialog/Toast/BottomSheet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等临时组件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输出：category='component_spec',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subcategory 精确到二级分类'''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669280" cy="2560320"/>
          </a:xfrm>
          <a:prstGeom prst="round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# 图标专家 Prompt Skill (jm-icon-audit)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def build_icon_expert_prompt(...):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 return '''你是一位 JM AI 图标/AI 标识专家。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专注检查以下内容：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1. AI 闪光标的样式、位置、颜色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2. 功能图标是否使用规范线框风格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3. 品牌徽标大小、位置、颜色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4. 状态标记（勾选、警告等）颜色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   是否偏离规范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输出：category='icon_ai_mark',</a:t>
            </a:r>
          </a:p>
          <a:p>
            <a:pPr>
              <a:spcAft>
                <a:spcPts val="100"/>
              </a:spcAft>
              <a:defRPr sz="900">
                <a:solidFill>
                  <a:srgbClr val="00D2A0"/>
                </a:solidFill>
                <a:latin typeface="Consolas"/>
              </a:defRPr>
            </a:pPr>
            <a:r>
              <a:t>使用 bbox 精确定位每个图标'''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双层 MOE 总结 · 核心价值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Two-Level MOE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两个 MOE 层面互为补充：跨模型集成降低漏检率，单模型专家路由提升分析深度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566928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Level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Level 1：跨模型集成 MOE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解决的问题：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单一模型有认知「盲区」，某些类型问题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可能被完全忽略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不同模型对同一问题的判断（严重度、位置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描述）不一致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技术实现：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Agent 模式：两个独立 LLM 作为独立 Agent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Harness 编排：Fusion Engine 用确定性规则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（IoU + 文本相似度）做匹配融合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三级不可用降级：双模型 → 单模型 → 报错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效果：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漏检率大幅降低（GPT 漏的 Kimi 可能发现）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每个问题的 agreement 标签可追溯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GPT-only / Kimi-only 单独列出，供后续分析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66928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64592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Level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Level 2：单模型内多专家路由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解决的问题：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通用 Prompt 让 LLM 同时关注 10 个维度，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注意力分散，每个维度深度不足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不同维度需要不同的知识背景和判断标准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技术实现：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Router → Expert 模式：先分类后深入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每个 Expert 有独立的 Skill（Prompt）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Expert 的输出通过 Aggregator 合并去重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每个 Expert 可独立调用 Tool（颜色采样、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测量、标注）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效果：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每个维度的分析深度显著提升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可灵活组合 Expert（需要时激活/停用某些专家）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新增 Expert 不修改已有逻辑——开闭原则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类比：就像一支专家团队（色彩师、布局师、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组件设计师、图标设计师）各自出具专业意见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模块二：分析模块 · Agent 工具系统（Tool System）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工具系统 · Agent Tool 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Agent Tools — Color Analysis / Measurements / Annotation / Rule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LLM 做发现 → Agent Tool 做验证 → Rule Engine Harness 做兜底：本地确定性校验补足 AI 的不可靠输出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365760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① 颜色分析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Tool 名称：color_sampler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调用方式：subprocess Agent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提取采样点精确 HEX 色值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匹配 19 个 JM AI 色彩 Token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计算 Delta E 色差距离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标记 off_token_candidate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输出：tokens.json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65760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② 区域测量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3172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Tool 名称：region_measurer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调用方式：subprocess Agent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测量 UI 元素间距/内边距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匹配间距 Token 体系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1px 容差容忍判断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支持设计稿尺寸换算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输出：measurements.json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8404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80" y="164592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011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③ 问题标注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33172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Tool 名称：issue_annotator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调用方式：subprocess Agent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在原图上绘制问题 bbox 边框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生成焦点蒙层（突出问题区域）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裁剪单个问题的局部截图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输出：annotated.png + issue-*.png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1480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4206240"/>
            <a:ext cx="118872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Harness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④ 规则引擎 Harness（Rule Engine Harness）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颜色规则检查：遍历 tokens.json 采样点，对 off_token_candidate 生成 rule_hit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间距规则检查：遍历 measurements.json 距离，未命中 spacing token 的生成 issue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Upsert 融合策略：AI 已发现 → 增强 AI 结论；AI 未发现 → 写入 warnings 人工复核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每个 rule_hit 携带 confidence=0.9 + rule_source 标记，可追溯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11480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4206240"/>
            <a:ext cx="1188720" cy="274320"/>
          </a:xfrm>
          <a:prstGeom prst="roundRect">
            <a:avLst/>
          </a:prstGeom>
          <a:solidFill>
            <a:srgbClr val="FF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子 Harness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572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⑤ Bbox 安全校验器（子 Harness）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89204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状态机：bbox → trusted / suspicious / dropped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越界检测：坐标超出图片边界 → dropped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位置冲突检测：文字说「右下角」但坐标在左半边 → suspicious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多重校验串联：rule_engine 和 evidence_tools 各自再做独立的 bbox 合法性检查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最终只有 trusted 的 bbox 进入标注截图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模块三：数据沉淀与飞轮（Data Flywheel）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数据飞轮 · 核心概念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Data Flywheel — Every Audit Makes the System Smarter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A0"/>
                </a:solidFill>
                <a:latin typeface="Microsoft YaHei"/>
              </a:defRPr>
            </a:pPr>
            <a:r>
              <a:t>每轮审核的产出不是终点，而是下一轮迭代的养料——形成持续进化的数据飞轮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1143000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65176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📥 任务执行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用户上传设计稿截图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AI Agent 并行审核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Tool 执行离线验证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Rule Engine 规则复核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生成完整报告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737360"/>
            <a:ext cx="265176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0440" y="182880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📊 结果沉淀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51460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制品完整保留（audit-*.json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tokens.json, measurements, 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annotated.png, report.html）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model_comparison 记录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每模型的表现指标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rule_hits 记录规则命中率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37360"/>
            <a:ext cx="265176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182880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🔍 人工反馈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1460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review_candidates → 人工确认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纠正误报/补充漏报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修正后的数据标注为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ground truth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反馈写入 feedback 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737360"/>
            <a:ext cx="265176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89720" y="1828800"/>
            <a:ext cx="118872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🔄 飞轮反哺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51460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Prompt 自动优化：分析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误报模式 → 调整 Prompt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规则引擎调参：校准色差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阈值和间距容差参数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Token 库更新：发现新色值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→ 补充到 color_tokens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模型评估：持续跟踪各模型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 的 precision/recall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B5CF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B5CF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B5CF0"/>
                </a:solidFill>
                <a:latin typeface="Microsoft YaHe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数据飞轮 · 反哺链路详解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Feedback Loops — 4 Dimensions of Continuous Improvement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反哺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维度一：Prompt 自动优化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收集每个任务的「误报」和「漏报」模式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分析 GPT-only 和 Kimi-only 问题的分布规律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当某个类别漏报率 &gt; 阈值 → 自动强化 Prompt 中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对应维度的描述和示例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Prompt 版本化管理，支持 A/B 对比实验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示例：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如果「间距问题」漏报率偏高 → Prompt 中增加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间距检查的具体步骤和典型违规案例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66928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18872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反哺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维度二：规则引擎参数校准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2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颜色规则：根据人工复核结果调整色差阈值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（当前：off_token_candidate 标记标准）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间距规则：1px 容差是否合适？是否需要根据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设计稿倍率动态调整？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分类冲突判断规则：哪些分类应该允许跨类匹配？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示例：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如果太多误报 → 降低 confidence 或收紧阈值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如果太多漏报 → 放宽阈值，更多的规则命中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40480"/>
            <a:ext cx="566928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反哺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97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维度三：Token 库持续进化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1772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审核过程中发现的新色值 → 自动入库候选列表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人工确认后补充到 color_tokens 库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间距/字体的新 Token 模式 → 研究是否纳入规范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这不仅是系统自我优化，更是对设计规范本身的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反哺——帮助设计师发现「规范的盲区」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示例：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如果多个项目中都出现了 #A78BFA 这个紫色变体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→ 考虑是否应该作为新的正式 Token 纳入规范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66928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3931920"/>
            <a:ext cx="118872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反哺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97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维度四：模型评估与选型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61772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持续跟踪两个模型的 precision / recall / F1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按分类维度分别统计（颜色/间距/组件/图标）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发现 GPT 在颜色上更好，Kimi 在间距上更好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  → 未来可动态调整 Expert 权重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评估新模型接入时的横向对比基准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LLM 选型不是一次性的——数据飞轮让每次模型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升级都能快速验证效果，用数据说话而非直觉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数据沉淀 · 全链路制品追溯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Traceability — Every Artifact Preserved at Every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控制面（SQLite）+ 数据面（文件系统）分离存储，全链路可回溯、可复现、可审计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SQLite 控制面（元数据）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tasks 表：id, title, status(created/running/succeeded/failed)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task_images 表：每张图片的独立状态和制品路径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users 表：认证 + 角色（admin/user）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只存几十行记录，查询永远轻量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Schema 版本号控制（SCHEMA_VERSION=3），增量迁移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64592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文件系统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文件系统数据面（制品仓库）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每张图片的每个阶段都产出了独立文件：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data/uploads/{task_id}/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├── originals/ ← 原始截图（不可变）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└── artifacts/image-{n}/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├── audit-01-gpt-5-5.json  ← AI Stage 1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├── audit-02-kimi-k2-6.json ← AI Stage 2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├── audit.json              ← 融合报告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├── tokens.json             ← Tool 颜色分析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├── measurements.json       ← Tool 间距测量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├── regions.json            ← 测量区域定义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├── issues.json             ← 标注用 issues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├── annotated.png           ← 标注截图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├── issue-*.png             ← 局部裁剪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└── region-crops/           ← 区域裁剪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11480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可对比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80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可对比 · 模型 PK 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0060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每个 issue 携带完整溯源信息：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agreement: both / gpt_only / kimi_only /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           promoted_candidate / primary_only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source_models: [GPT-5.5, Kimi-K2.6]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rule_sources: [model, color_sample]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evidence_type: model_only / tool_verified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model_comparison 结构：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agreed_issues → 双方一致的问题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gpt_only_issues → 仅 GPT 发现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kimi_only_issues → 仅 Kimi 发现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review_candidates → 待人工确认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model_failures → 模型失败记录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4114800"/>
            <a:ext cx="118872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数据飞轮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80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数据飞轮 · 闭环指标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80060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我们持续追踪的闭环指标：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召回率召回率（Recall）：模型发现的真实问题占比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精确率（Precision）：模型报告中的正确问题占比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模型一致率：both / (both + model_only)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规则命中率：rule_hits / total issues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人工复核率：review_candidates / total issues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  ▸ 降级率：degraded tasks / total tasks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这些指标随数据飞轮运转持续提升，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每轮任务都在让系统更聪明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模块四：架构全景与设计模式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7 层架构总览 · LLM/Agent/Skill/Harness 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Full Architecture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Web → Queue → Orchestration Harness → Agent/Skill → Tool/Rule Engine → Data →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371600" cy="5029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WEB 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508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FastAPI + Jinja2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08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极薄路由，仅 HTTP 适配，不含业务逻辑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03120"/>
            <a:ext cx="1371600" cy="5029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队列层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48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threading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48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双检锁单 Worker，daemon 自动终止，永不崩溃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743200"/>
            <a:ext cx="1371600" cy="502920"/>
          </a:xfrm>
          <a:prstGeom prst="roundRect">
            <a:avLst/>
          </a:prstGeom>
          <a:solidFill>
            <a:srgbClr val="FF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编排 Harness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788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6-Stage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88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Agent 生命周期管理、容错降级调度、图片级隔离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383280"/>
            <a:ext cx="1371600" cy="5029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Agent/Skill 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429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GPT-5.5 + Kimi-K2.6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429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4 种审核 Agent、3 级 Prompt Skill、双模型 MOE 融合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023360"/>
            <a:ext cx="1371600" cy="5029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Tool 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069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 个子进程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069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颜色采样 / 区域测量 / 标注截图，独立内存隔离运行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663440"/>
            <a:ext cx="1371600" cy="5029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Rule Harness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709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规则引擎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709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颜色/间距确定性校验、Upsert 融合、Bbox 安全校验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303520"/>
            <a:ext cx="1371600" cy="502920"/>
          </a:xfrm>
          <a:prstGeom prst="roundRect">
            <a:avLst/>
          </a:prstGeom>
          <a:solidFill>
            <a:srgbClr val="FF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报告层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349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自包含 HTML +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349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规范素材联动、JS 缩放平移、无头 Chrome 导出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LLM / Agent / Skill / Harness 概念融合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Concept Integration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A0"/>
                </a:solidFill>
                <a:latin typeface="Microsoft YaHei"/>
              </a:defRPr>
            </a:pPr>
            <a:r>
              <a:t>项目中实践的 AI 工程化概念及其协作关系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27432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概念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2468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大语言模型（GPT-5.5 / Kimi-K2.6）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作为审核 Agent 的「大脑」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角色：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理解设计规范文本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分析截图中的视觉元素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生成结构化审核结果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输出符合 Schema 的 JSON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无关 Provider 的抽象：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config.py 统一适配 OpenAI / JDCloud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任何兼容 API 的模型都可接入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63040"/>
            <a:ext cx="27432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55448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概念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40280"/>
            <a:ext cx="2468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具有特定角色和工具的 AI 实体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项目中定义的 Agent：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GPT-5.5 Agent（主审）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Kimi-K2.6 Agent（复审）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Color Expert Agent（色彩专家）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Layout Expert Agent（布局专家）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Component Expert Agent（组件专家）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Icon Expert Agent（图标专家）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每个 Agent = LLM + Skill + Tool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27432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55448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概念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40280"/>
            <a:ext cx="2468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封装了领域知识的 Prompt 模板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项目的 Skill 清单：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jm-audit-full.skill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jm-audit-light.skill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jm-audit-kimi-compact.skill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jm-color-audit.skill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jm-spacing-audit.skill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jm-component-audit.skill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jm-icon-audit.skill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Skill = 版本号 + Prompt + Schema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可独立迭代，不依赖 Agent 逻辑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463040"/>
            <a:ext cx="27432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18320" y="1554480"/>
            <a:ext cx="118872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概念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Harness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240280"/>
            <a:ext cx="2468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编排 Agent 生命周期的基础设施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项目的 Harness 实现：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Task Runner Harness：6 阶段流水线编排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Dual Auditor Harness：双模型并行调度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Tool Harness：子进程 Tool 生命周期管理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Rule Engine Harness：规则校验串联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▸ Bbox Validator Sub-Harness：安全校验</a:t>
            </a: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BBBBCC"/>
                </a:solidFill>
                <a:latin typeface="Microsoft YaHei"/>
              </a:defRPr>
            </a:pPr>
            <a:r>
              <a:t>Harness 职责 = 调度 + 容错 + 结果聚合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关键设计模式总结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Architecture Design Patterns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7 种关键设计模式支撑系统的可扩展性、容错性和可维护性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828800" cy="5029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收缩式编排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4173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所有流水线阶段同线程完成，数据流清晰、失败回滚简单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57400"/>
            <a:ext cx="1828800" cy="5029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Agent + Skill 分离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1031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Agent 负责调度和工具调用，Skill 封装领域知识，各自独立迭代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743200"/>
            <a:ext cx="1828800" cy="5029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双检锁单 Worker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7889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线程安全启动、daemon 自动终止、永不崩溃的worker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429000"/>
            <a:ext cx="1828800" cy="5029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子进程 Tool 隔离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4747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证据工具独立进程运行，独立管理内存，避免主进程 OOM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114800"/>
            <a:ext cx="1828800" cy="502920"/>
          </a:xfrm>
          <a:prstGeom prst="roundRect">
            <a:avLst/>
          </a:prstGeom>
          <a:solidFill>
            <a:srgbClr val="FF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三级容错降级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1605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模型级（错误分类）+ 融合级（单模型降级）+ 图片级（独立 try/except）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800600"/>
            <a:ext cx="1828800" cy="502920"/>
          </a:xfrm>
          <a:prstGeom prst="roundRect">
            <a:avLst/>
          </a:prstGeom>
          <a:solidFill>
            <a:srgbClr val="FF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三级证据链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8463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Level 1 AI 发现 → Level 2 规则验证 → Level 3 人工复核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86400"/>
            <a:ext cx="1828800" cy="5029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控制/数据面分离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55321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SQLite 只存控制面元数据（几十行），文件系统存数据面制品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总结 · 核心设计理念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Microsoft YaHei"/>
              </a:defRPr>
            </a:pPr>
            <a:r>
              <a:t>Design Philosophy — AI + Engineering Flywheel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A0"/>
                </a:solidFill>
                <a:latin typeface="Microsoft YaHei"/>
              </a:defRPr>
            </a:pPr>
            <a:r>
              <a:t>「AI 做发现、Tool 做验证、Rule 做兜底、数据飞轮做进化」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88720" cy="274320"/>
          </a:xfrm>
          <a:prstGeom prst="roundRect">
            <a:avLst/>
          </a:prstGeom>
          <a:solidFill>
            <a:srgbClr val="7B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模块一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知识库 → 自动化 + 可扩展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素材自动化分析管线：PDF/图片/文档智能摄入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知识库即代码：Git 版本控制，CI 自动同步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跨场景扩展：一次建设，多品牌/多平台复用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Skill 化封装：每个领域知识封装为独立 Skill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3736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模块二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MOE → 双层专家系统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2316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Level 1：GPT + Kimi 跨模型集成，降低漏检率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Level 2：颜色/布局/组件/图标多专家路由，提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升分析深度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双层互为补充：广度 + 深度 = 全面覆盖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Agent + Skill + Harness 成熟架构模式支撑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11480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206240"/>
            <a:ext cx="1188720" cy="274320"/>
          </a:xfrm>
          <a:prstGeom prst="round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模块二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72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工具系统 → Agent Tool 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9204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颜色采样 / 区域测量 / 标注截图三件套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子进程隔离运行，独立内存管理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规则引擎 Harness 兜底，确定性校验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Bbox 三层状态机把关标注数据质量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14800"/>
            <a:ext cx="56692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4206240"/>
            <a:ext cx="1188720" cy="274320"/>
          </a:xfrm>
          <a:prstGeom prst="round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模块三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572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数据飞轮 → 持续进化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89204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控制面/数据面分离，全链路可追溯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每轮审核结果反哺 Prompt / 规则 / Token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4 个反哺维度：Prompt 优化、规则调参、Token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  进化、模型评估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precision / recall / 降级率 持续追踪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  <a:latin typeface="Microsoft YaHei"/>
              </a:defRPr>
            </a:pPr>
            <a:r>
              <a:t>总代码量 ~8000 行 Python · 22 个测试文件 · 10 个文档 · 4 种模型变体 · 7 层架构 · 6 种设计模式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