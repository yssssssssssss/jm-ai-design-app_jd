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JM AI 设计规范审核平台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架构设计与技术方案汇报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LLM + Agent + Skill + MOE + Harness + Data Flywheel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知识库模块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规范知识工程 + 素材自动化分析管线 + 跨场景扩展架构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MOE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双层 MOE：跨模型集成(GPT+Kimi) + 单模型内多专家路由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工具系统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Agent 化证据工具链 + 规则引擎 Harness + 安全校验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数据沉淀与飞轮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分层存储 + 全链路追溯 + 数据飞轮：每轮任务反哺精度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架构全景与设计模式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7 层架构 · LLM/Agent/Skill/Harness 概念融合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模块一：知识库模块（Knowledge Base）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规范知识工程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Spec Knowledge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将 JM AI 设计规范从静态文档转化为可被 LLM Agent 和规则引擎消费的结构化知识体系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规范工程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设计规范文本化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完整规范 .md：色彩/字体/间距/按钮/标签/图标/Header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19 个 JM AI 色彩 Token 库(#7B5CF0 等紫色系)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间距 Token 体系(4/8/12/16/24/32/48px)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Type Token 体系(字号/字重/行高)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Skill 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三级 Prompt Skill 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Full Skill: 完整规范注入，无输出限制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Light Skill: 核心规则摘要，最多 8 个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 Compact Skill: 紧凑版(≤60字)，最多 5 个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Prompt + Schema 双版本号追踪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标准分类体系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10 大标准分类：品牌/色彩/字体/间距/组件/图标等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别名表 + token 交集 + 中文关键词三重归一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二级子分类：off_token_color 等细粒度标签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prompt_builder.py — 三级 Prompt Skill 策略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build_audit_prompt(spec_text, ...):      # jm-audit-full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'你是 JM AI 设计规范审核助手。'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'必须覆盖色彩/字体/间距/按钮/标签/图标/Header...'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+ spec_text)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build_light_audit_prompt(...):           # jm-audit-light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('核心规则摘要...最多输出 8 个 issues')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build_kimi_light_audit_prompt(...):      # jm-kimi-compact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('只输出紧凑 JSON...最多 5 个 issues, ≤60 字')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audit_taxonomy.py — 10 大分类 + 三重归一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CATEGORY_LABELS = 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'color_gradient': '色彩与渐变',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'typography': '字体与文本',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'spacing_layout': '间距与布局',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'component_spec': '组件规范',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'icon_ai_mark': '图标与 AI 标识',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... 共 10 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normalize_category(value):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key in CATEGORY_ALIASES:  # 别名直配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CATEGORY_ALIASES[key]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# 模糊匹配兜底: token 交集 + 中文关键词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if tokens &amp; english_tokens or cjk in raw: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category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'content_hierarchy'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素材自动化分析管线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Automated Material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从原始素材到结构化知识库 —— 自动化管线替代人工整理，一键摄入多格式设计资产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743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摄入层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多格式摄入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支持格式：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PDF（设计规范文档）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PNG/JPG（设计稿截图）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SVG（图标/组件素材）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MD/HTML（文本规范）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Sketch/Figma 导出切片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输入自动分类器：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根据 MIME type + 文件名规则路由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9260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解析层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智能解析引擎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PDF 解析：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PyMuPDF 提取文本层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PaddleOCR 识别扫描件文字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表格结构还原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图片解析：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自动裁切留白边缘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组件区域检测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颜色采样点自动标注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LLM 辅助提取：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DocReader → RuleExtractor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→ Validator → Indexer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743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结构化入库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知识库 Schema：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spec_assets 表：素材 ID、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类型、存储路径、标签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color_tokens 表：Token 名、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HEX、RGB、用途分类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spacing_tokens 表：Token 值、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适用场景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typography_tokens 表：字号、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字重、行高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JSON 索引自动生成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(spec-assets.json)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554480"/>
            <a:ext cx="25603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164592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 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 LLM Agent 知识提取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317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编排流程：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1. Doc Reader Agent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 → 文本分段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2. Rule Extractor Agent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 → 抽取规则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3. Validator Agent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 → 交叉校验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4. Indexer Agent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 → 关键词索引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spec-text.md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spec-assets.json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color-tokens.json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spacing-tokens.json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跨场景扩展架构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Extensibility — Build Once, Extend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核心不是「一个知识库」，而是一套「自动化处理流程和规范框架」—— 可无缝复制到任意场景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扩展机制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扩展路径：替换知识层，复用流程层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当前(JM AI) → 新品牌接入只需替换：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input/               ← 新品牌设计规范素材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color_tokens.json    ← 新品牌色板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spacing_tokens.json  ← 新品牌间距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spec_text.md         ← 新品牌规范文本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流程层完全复用：解析管线 → Prompt Skill → 规则引擎 → 融合逻辑 → 报告模板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可扩展应用场景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多品牌设计规范审核：JD React / Taro / NutUI 等任意组件库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跨平台 UI 自动化检测：移动端 App / 小程序 / Web / 后台系统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无障碍合规审核：接入 WCAG 2.1，自动检测对比度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国际化规范适配：替换 Prompt Language + 规范文本语言包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20624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GitOps +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知识库即代码 + Skill 化封装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92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所有知识库内容以文件管理，可 Git 版本控制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每次规范更新 → PR 提交 → CI 自动重新生成 Prompt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 化封装：每个专家知识封装为独立 Skill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jm-color.skill / jm-spacing.skill / jm-typography.skill / jm-components.skill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新品牌 = 新 Skill 集 = 新知识库 + 规则配置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跨场景复用的能力: 替换知识源即可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知识库目录结构（可 Git 管理）: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references/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├── jm-ai-design-spec.md      # 规范文本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├── spec-assets.json          # 素材索引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├── color_tokens.json         # 色彩 Token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├── spacing_tokens.json       # 间距 Token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└── spec-images/              # 规范素材图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切换品牌 = 替换 references/ 目录内容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零代码修改，全流程复用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双层 MOE 系统（Mixture of Agents）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系统 · 双层架构总览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Two-Level Mixture of Experts /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两个 MOE 层面互为补充：跨模型集成降低漏检率，单模型专家路由提升分析深度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246888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5CF0"/>
                </a:solidFill>
                <a:latin typeface="Microsoft YaHei"/>
              </a:defRPr>
            </a:pPr>
            <a:r>
              <a:t>Level 1：跨模型集成 MOE（Cross-Model Ensemble）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11247120" cy="19202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Task Runner (Orchestration Harness)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┌──────────────────────────┐    ┌─────────────────────────────────┐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│   GPT-5.5 Agent          │    │   Kimi-K2.6 Agent               │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│   (Primary Expert)       │    │   (Candidate Expert)            │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│   Skill: full / light    │    │   Skill: kimi-compact           │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└──────────┬───────────────┘    └──────────┬──────────────────────┘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│ issues[]                       │ issues[]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└──────────────┬─────────────────┘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        ▼                 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Fusion Engine (merge_primary_with_candidates)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├─ IoU + 文本相似度匹配     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├─ 严重度取高 / bbox 取小 / 描述取长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└─ agreement: both / gpt_only / kimi_only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11430000" cy="228600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5CF0"/>
                </a:solidFill>
                <a:latin typeface="Microsoft YaHei"/>
              </a:defRPr>
            </a:pPr>
            <a:r>
              <a:t>Level 2：单模型内多专家路由（Intra-Model Expert Routing）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73736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   同一个 LLM Instance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          │           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截图 ──→ Router(分类调度器)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          │           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┌──────────────────┼──────────────┬──────────────┐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▼                  ▼              ▼              ▼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┌─────────────┐   ┌─────────────┐ ┌────────────┐ ┌────────────┐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│  色彩专家    │   │  布局专家    │ │  组件专家   │ │  图标专家   │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│jm-color     │   │jm-spacing   │ │jm-component│ │jm-icon     │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│.audit.skill │   │.audit.skill │ │.audit.skill│ │.audit.skill│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└──────┬──────┘   └──────┬──────┘ └──────┬─────┘ └──────┬─────┘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│color_issues     │spacing_issues │comp_issues   │icon_is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└─────────────────┴───────────────┴──────────────┘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           ▼               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│                    Expert Aggregator (汇总去重)                     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1：跨模型集成 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Cross-Model Ensemble — GPT-5.5 + Kimi-K2.6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两个独立模型作为不同 Agent，并行审核后通过确定性融合引擎合并结果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 化设计 + Harness 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GPT-5.5 Agent（主审专家）Skill: jm-audit-full/light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Kimi-K2.6 Agent（复审专家）Skill: jm-audit-kimi-compact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每个 Agent 拥有独立 Prompt Skill + Tool 调用权限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Harness 编排协议（容错降级）：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1. GPT OK + Kimi OK → 完整融合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2. GPT OK + Kimi Fail → 降级 GPT 单模型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3. GPT Fail + Kimi OK → 降级 Kimi 单模型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4. Both Fail → 任务失败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每次失败记录 error_type + retriable 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475488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task_runner.py — Harness 编排核心代码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_dual_auditor(settings, declared_screen_size=None):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spec_text = SPEC_PATH.read_text(encoding='utf-8')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client = OpenAI(api_key=settings.audit_api_key,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base_url=settings.audit_base_url)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def audit(image_path, artifact_dir, scale_context=None):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attempts: list[dict[str, Any]] = []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# 遍历两个 Agent: GPT-5.5, Kimi-K2.6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for index, model in enumerate(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settings.audit_models, start=1):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try: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# 选取对应 Skill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chat_audit = _jdcloud_model_audit(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settings, model)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# Agent 执行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result = chat_audit(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client, model, image_path, spec_text,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reasoning_effort=settings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    .audit_reasoning_effort)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# 写入原始输出(可追溯)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write_json(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artifact_dir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f'/audit-{index:02d}-{model_slug}.json',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result)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attempts.append(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{'model': model, 'audit': result})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except Exception as exc: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# 独立容错: 一个失败不影响另一个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failure = model_failure(model, exc)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write_json(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artifact_dir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f'/audit-{index:02d}'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f'-{model_slug}-failure.json',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failure)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attempts.append(failure)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# Fusion Engine 执行融合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primary = attempts[0]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if isinstance(primary.get('audit'), dict):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return merge_primary_with_candidates(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primary, attempts[1:])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# 降级路径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merge_audit_attempts(attempts)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1 · 融合引擎核心算法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Fusion Engine — Deterministic Rule-Based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不依赖第三方仲裁模型，所有融合在本地通过 IoU + 文本相似度完成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匹配算法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问题匹配算法（_issue_match_score）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1 — 冲突阻断：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位置冲突(「左上」vs「右下」) → 得分 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分类冲突(颜色 vs 间距) → 得分 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2 — bbox 相关匹配：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计算 IoU(Intersection over Union)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IoU ≥ 0.2 → 继续匹配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得分 = 0.75 + 对象相似度(≤0.2) + 语义相似度(≤0.05)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步骤 3 — 无 bbox 文本匹配：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最长公共子串 ≥ 4 字符 → 锚点分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文本相似度 ≥ 0.18 → 语义分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综合 ≥ 0.65 → 视为同一问题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融合策略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问题融合策略（_merge_issue_into）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严重度取高：GPT 判「中」+ Kimi 判「高」→「高」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确保高风险问题不被低估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Bbox 取面积小：100x50 vs 60x30 → 选 60x30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定位越精准越好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文本描述取长：「颜色偏差」(4字)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vs「顶部主按钮使用了明显偏离主色的蓝色」(24字)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→ 选 24 字版本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Agreement 标签体系：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both / gpt_only / kimi_only / promoted_candidate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5669280" cy="23774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audit_merge.py — 问题匹配核心实现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_issue_match_score(left, right):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冲突阻断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_side_conflict(left, right):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0.0   # 左上 vs 右下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_issue_kind_conflict(left, right):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0.0   # 颜色 vs 间距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left_bbox = _bbox(left.get('bbox'))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right_bbox = _bbox(right.get('bbox'))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有 bbox → IoU 匹配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left_bbox and right_bbox: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if not _bbox_related(left_bbox, right_bbox):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return 0.0   # IoU &lt; 0.2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score = (0.75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+ min(object_score, 0.2)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+ min(semantic_score, 0.05))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score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无 bbox → 文本语义匹配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anchor_score &gt;= 0.6 and object_score &gt;= 0.18: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0.8 + min(object_score, 0.15)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object_score &gt;= 0.3 and (category_match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or semantic_score &gt;= 0.12):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 0.72 + min(semantic_score, 0.08)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669280" cy="23774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audit_merge.py — 融合策略实现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_merge_issue_into(target, source):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严重度取高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target['severity'] = _higher_severity(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target.get('severity'),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source.get('severity'))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bbox 取面积小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target['bbox'] = _choose_bbox(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target.get('bbox'),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source.get('bbox'))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文本字段取长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FIELDS = ['current_observation',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'spec_expectation',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'recommendation',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'location']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for field in FIELDS: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target[field] = _longer_text(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target.get(field),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source.get(field))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补充 target 缺失的字段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for key, value in source.items():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if key not in target and key != '_source_models':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target[key] =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1 · 端到端融合案例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End-to-End Example — Button Color Violation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场景：审核「邀好友赚套餐」营销按钮颜色是否偏离 JM AI 规范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GPT-5.5 发现：该按钮使用橙色到红色的醒目渐变 → 严重度: 中，bbox: [2586, 20, 216, 56]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Kimi-K2.6 发现1：「邀好友赚套餐」按钮使用橙色填充背景 → 严重度: 高，bbox: [2623, 29, 220, 50]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Kimi-K2.6 发现2：品牌徽标未使用 JM AI 紫色 → 严重度: 中（GPT 未发现此问题）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融合结果：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✅ 问题1（双方一致确认）→ severity: 高(取Kimi)，bbox: [2623,29,220,50](面积更小)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描述保留 GPT 原文(更详细)，source_models: [GPT-5.5, Kimi-K2.6]，agreement: promoted_candidate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📋 问题2（待人工复核）→ 品牌区问题 → review_candidates，source_model: Kimi-K2.6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融合后的 issue JSON 结构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'id': '问题-001',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'category': '色彩与渐变',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'severity': '高',  # 从 Kimi(更严格)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'current_observation': '该按钮使用'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'橙色到红色的醒目渐变...',  # 从 GPT(更长)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'bbox': [2623, 29, 220, 50],  # 面积更小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'agreement': 'promoted_candidate',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'source_models': ['GPT-5.5', 'Kimi-K2.6'],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'rule_sources': ['model', 'color_sample'],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# 规则引擎也验证了这个颜色偏离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test_audit_merge.py — 融合测试验证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test_merge_primary_with_candidates():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primary = _audit('GPT-5.5', [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severity:'中', bbox:[2586,20,216,56]])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candidate = _audit('Kimi-K2.6', [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severity:'高', bbox:[2623,29,220,50],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severity:'中'  # 不匹配 → review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result = merge_primary_with_candidates(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primary, candidate)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len(result['issues']) == 1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result['issues'][0]['severity'] == '高'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result['issues'][0]['agreement'] \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== 'promoted_candidate'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assert len(result['model_comparison']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['review_candidates']) ==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2：单模型内多专家路由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Intra-Model Expert Routing — Mixture of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同一个模型内按技能领域路由到不同 Expert Skill —— 每个专家专注于一个维度的深度分析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色彩专家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jm-color-audit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专注：品牌色/渐变方向/色彩 Token 合规/对比度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输出：color_issues + sample_points 采样点坐标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布局/间距专家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jm-spacing-audit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专注：间距 Token/组件对齐/内边距/布局密度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输出：spacing_issues + regions + distances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组件专家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jm-component-audit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专注：按钮/标签/表单/卡片/Dialog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输出：component_issues + 二级子分类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图标专家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jm-icon-audit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专注：AI 闪光标/图标语义/品牌徽标/状态标记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输出：icon_issues + bbox 定位每个图标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40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3931920"/>
            <a:ext cx="118872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字体专家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jm-typography-audit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专注：字号 Token/字重/行高/文本层级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输出：type_issues + 文本区域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65760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3931920"/>
            <a:ext cx="1188720" cy="274320"/>
          </a:xfrm>
          <a:prstGeom prst="roundRect">
            <a:avLst/>
          </a:prstGeom>
          <a:solidFill>
            <a:srgbClr val="FF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总体专家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Skill: jm-overall-audit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全局视角：页面整体感知/Header 层级/商业入口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输出：overall_conclusion + 全局问题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2 · Expert Skill Prompt 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Expert Skill Prompt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jm-color-audit.skill — 色彩专家 Prompt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build_color_expert_prompt(...):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'''你是一位 JM AI 色彩规范专家。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1. 主按钮/选中态是否使用了 JM AI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紫色(#7B5CF0)系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2. 营销入口是否使用了非规范强调色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(橙色/红色/绿色等)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3. 渐变方向是否符合 AI 渐变规范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4. 图标/标签/徽章颜色是否偏离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输出要求：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category = 'color_gradient'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severity = '高'/'中'/'低'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bbox = [x, y, w, h]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sample_points = [{'label':'SP-001',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'x':100, 'y':200}]  # 颜色分析请求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'''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669280" cy="2743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jm-spacing-audit.skill — 布局专家 Prompt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build_spacing_expert_prompt(...):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'''你是一位 JM AI 间距/布局专家。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1. 卡片内边距是否符合间距 Token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(4/8/12/16/24/32/48px)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2. 组件之间的间距是否一致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3. 表单/列表的布局密度是否合理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输出要求：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category = 'spacing_layout'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regions = [{'label':'主按钮区域',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'bbox':[x,y,w,h]}]  # 测量区域请求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distances = [{'from':'标题','to':'按钮',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'expected':24}]  # 间距测量请求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'''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931920"/>
            <a:ext cx="5669280" cy="246888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jm-component-audit.skill — 组件专家 Prompt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build_component_expert_prompt(...):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'''你是一位 JM AI 组件规范专家。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1. 按钮样式：形状/圆角/填充色/悬停态/禁用态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2. 标签形态：胶囊型/圆角矩形/文字标签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3. 表单元素：输入框/选择器/开关/滑块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4. Dialog/Toast/BottomSheet 等临时组件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输出要求：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category = 'component_spec'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subcategory 精确到二级分类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(如 button_wrong_style)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'''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669280" cy="246888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jm-icon-audit.skill — 图标专家 Prompt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build_icon_expert_prompt(...):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return '''你是一位 JM AI 图标/AI 标识专家。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1. AI 闪光标的样式/位置/颜色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2. 功能图标是否使用规范线框风格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3. 品牌徽标大小/位置/颜色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4. 状态标记(勾选/警告等)颜色是否偏离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输出要求：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category = 'icon_ai_mark'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使用 bbox 精确定位每个图标的位置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'''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Agent 工具系统（Tool System）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工具系统 · Agent Tool 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Agent Tools + Rule Engine Harness + Bbox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LLM 做发现 → Agent Tool 做验证 → Rule Engine Harness 做兜底：本地确定性校验补足 AI 不可靠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颜色分析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名称: color_sampler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脚本: analyze_image_tokens.py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调用: subprocess(独立进程/独立内存)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提取采样点精确 HEX 色值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 19 个 JM AI 色彩 Token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计算 Delta E 色差距离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输出: tokens.json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区域测量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名称: region_measurer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脚本: measure_regions.py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调用: subprocess(独立进程/独立内存)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测量 UI 元素间距/内边距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匹配间距 Token 体系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1px 容差容忍判断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输出: measurements.json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问题标注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名称: issue_annotator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脚本: annotate_issues.py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调用: subprocess(独立进程/独立内存)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在原图上绘制问题 bbox 边框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生成焦点蒙层突出问题区域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裁剪单个问题的局部截图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输出: annotated.png + issue-*.png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566928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 规则引擎 Harness + Bbox 校验器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规则引擎(rule_engine.py) — 确定性校验兜底：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颜色规则: tokens.json 中 off_token → rule_hit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间距规则: measurements 未命中 token → rule_hit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Upsert 融合: AI 已发现则增强，未发现→warnings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Bbox 校验器(bbox_validator.py) — 三层状态机：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bbox → TRUSTED / SUSPICIOUS /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越界检测: 坐标超出图片边界 →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位置冲突检测: 说「右下」坐标在左半边 → SUSPICIOUS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只有 TRUSTED 的 bbox 进入标注截图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669280" cy="23774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evidence_tools.py — Agent Tool 子进程调用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run_color_analysis(image_path, output_path,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   sample_points):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args = [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sys.executable,  # 复用当前解释器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str(SCRIPTS_DIR / 'analyze_image_tokens.py'),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str(image_path), '--output', str(output_path),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for point in sample_points: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args.extend([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'--sample', f'{label}:{x}:{y}'])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_run(args)  # 子进程隔离执行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# rrule_engine.py — Upsert 融合策略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def _upsert_rule_finding(issues, warnings,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                 rule_issue):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match = _find_matching_issue(issues, rule_issue)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if match is None: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warnings.append(rule_issue)  # 人工复核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return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# AI 已发现 → 增强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match['severity'] = _higher_severity(...)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match['current_observation']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        = _join_sentences(...)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模块三：数据沉淀与飞轮（Data Flywheel）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数据飞轮 ·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Data Flywheel — Every Audit Makes the System 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每轮审核的产出不是终点，而是下一轮迭代的养料 —— 形成持续进化的数据飞轮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14300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任务执行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用户上传设计稿截图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AI Agent 并行审核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Tool 执行离线验证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Rule Engine 规则复核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生成完整报告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结果沉淀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制品完整保留(JSON/PNG/HTML)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model_comparison 记录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rule_hits 记录规则命中率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每模型表现指标追踪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人工反馈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review_candidates→人工确认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纠正误报/补充漏报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修正数据→ground truth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反馈写入 feedback 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828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飞轮反哺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Prompt 自动优化: 分析误报模式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规则引擎调参: 校准阈值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Token 库进化: 新色值入库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模型评估: 持续跟踪 precision/recall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数据飞轮 · 四个反哺维度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4 Feedback Loops — Continuous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维度一：Prompt 自动优化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收集每个任务的误报/漏报模式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分析 GPT-only 和 Kimi-only 问题的分布规律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某类别漏报率 &gt; 阈值 → 强化 Prompt 对应维度描述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Prompt 版本化管理，支持 A/B 对比实验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维度二：规则引擎参数校准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根据人工复核结果调整色差阈值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1px 容差是否需根据设计稿倍率动态调整？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分类冲突规则：哪些分类允许跨类匹配？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误报多 → 收紧阈值；漏报多 → 放宽阈值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74904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维度三：Token 库持续进化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审核中发现的新色值 → 自动入库候选列表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人工确认后补充到 color_tokens 库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新间距/字体模式 → 研究是否纳入规范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反哺设计规范本身 —— 帮设计师发现规范盲区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4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维度四：模型评估与选型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持续追踪两模型的 precision / recall / F1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按分类维度分别统计(颜色/间距/组件/图标)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发现 GPT 在颜色上更好，Kimi 在间距上更好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→ 未来可动态调整 Expert 权重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数据沉淀 · 全链路制品追溯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Traceability — SQLite + Filesystem Two-Tier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控制面(SQLite) + 数据面(文件系统)分离 —— 查询轻量、备份简单、全链路可追溯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SQLite 控制面（元数据）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tasks 表: id/title/status(created/running/succeeded/failed)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task_images 表: 每张图片独立状态 + 制品路径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users 表: 认证 + 角色(admin/user)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只存几十行记录，查询永远轻量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Schema 版本号控制(SCHEMA_VERSION=3)，增量迁移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文件系统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文件系统数据面（制品仓库）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data/uploads/{task_id}/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 originals/ ← 原始截图(不可变)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└─ artifacts/image-{n}/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audit-01-gpt-5-5.json  ← AI Stage 1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audit-02-kimi-k2-6.json ← AI Stage 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audit.json             ← 融合报告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tokens.json            ← Tool 颜色分析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measurements.json      ← Tool 间距测量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issues.json            ← 标注用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annotated.png          ← 标注截图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 issue-*.png            ← 局部裁剪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└─ region-crops/          ← 区域裁剪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可对比 · 模型 PK 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每个 issue 携带完整溯源信息：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agreement: both / gpt_only / kimi_only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source_models: [GPT-5.5, Kimi-K2.6]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rule_sources: [model, color_sample]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model_comparison 结构：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agreed_issues → 双方一致同意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gpt_only_issues → 仅 GPT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kimi_only_issues → 仅 Kimi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review_candidates → 待人工确认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model_failures → 模型失败记录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闭环追踪指标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持续追踪的飞轮指标：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召回率(Recall)：模型发现的真实问题占比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精确率(Precision)：正确问题占比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模型一致率：both / (both + model_only)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规则命中率：rule_hits / total_issues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人工复核率：review / total_issues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降级率：degraded_tasks / total_tasks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这些指标随数据飞轮运转持续提升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6217920"/>
            <a:ext cx="5669280" cy="457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结论自动汇总(降级时自动加前缀):</a:t>
            </a:r>
          </a:p>
          <a:p>
            <a:pPr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「双模型本地合并完成：共发现 N 个问题，双方共同确认 M 个，单模型补充 K 个。」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6217920"/>
            <a:ext cx="5669280" cy="45720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800">
                <a:solidFill>
                  <a:srgbClr val="00D2A0"/>
                </a:solidFill>
                <a:latin typeface="Consolas"/>
              </a:defRPr>
            </a:pPr>
            <a:r>
              <a:t>「候选模型降级审核：共发现 N 个问题...」/ 「单模型降级审核：共发现 N 个问题...」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模块四：架构全景与设计模式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 层架构总览 · LLM/Agent/Skill/Harness 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Full Architecture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Web → Queue → Orchestration Harness → Agent/Skill → Tool/Rule Engine → Data →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3716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WEB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FastAPI + Jinja2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极薄路由，仅 HTTP 适配，不含业务逻辑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13716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队列层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threading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双检锁单 Worker，daemon 自动终止，永不崩溃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13716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编排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Agent 生命周期管理、容错降级调度、图片级隔离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83280"/>
            <a:ext cx="13716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Agent/Skill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GPT-5.5 + Kimi-K2.6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4 种审核 Agent、3 级 Prompt Skill、双模型 MOE 融合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13716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Tool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 子进程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颜色采样/区域测量/标注截图，独立内存隔离运行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63440"/>
            <a:ext cx="13716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Rule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规则引擎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颜色/间距确定性校验、Upsert 融合、Bbox 三层校验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03520"/>
            <a:ext cx="13716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报告层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49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HTML +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规范素材联动、JS 缩放平移、无头 Chrome 导出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LLM / Agent / Skill / Harness 概念融合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Concept Integration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项目中实践的 AI 工程化概念及其协作关系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大语言模型(GPT-5.5 / Kimi-K2.6)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作为审核 Agent 的「大脑」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角色：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理解设计规范文本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分析截图中的视觉元素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生成结构化审核结果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Provider 无关抽象：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config.py 统一适配 OpenAI/JDCloud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任何兼容 API 的模型都可接入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4320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具有角色和工具的 AI 实体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 Agent 清单：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GPT-5.5 Agent（主审专家）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Kimi-K2.6 Agent（复审专家）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Color Expert（色彩专家）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Layout Expert（布局专家）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Component Expert（组件专家）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Icon Expert（图标专家）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公式：Agent = LLM + Skill +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74320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封装领域知识的 Prompt 模板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 Skill 清单：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jm-audit-full.skill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jm-audit-light.skill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jm-audit-kimi-compact.skill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jm-color-audit.skill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jm-spacing-audit.skill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jm-component-audit.skill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jm-icon-audit.skill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 = 版本号 + Prompt +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463040"/>
            <a:ext cx="274320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155448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4028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编排 Agent 生命周期的基设施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 Harness 实现：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Task Runner Harness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Dual Auditor Harness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Tool Harness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Rule Engine Harness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Bbox Validator Sub-Harness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Harness 职责：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调度 + 容错 + 结果聚合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关键设计模式总结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7 Architecture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7 种关键设计模式支撑系统的可扩展性、容错性和可维护性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8288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收缩式编排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所有流水线阶段同线程完成，数据流清晰、失败回滚简单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8288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Agent + Skill 分离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Agent 调度和工具调用，Skill 封装领域知识，各自独立迭代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43200"/>
            <a:ext cx="18288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双检锁单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88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线程安全启动、daemon 自动终止、永不崩溃的 worker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429000"/>
            <a:ext cx="1828800" cy="5029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子进程 Tool 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74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证据工具独立进程运行，独立管理内存，避免主进程 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18288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三级容错降级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160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模型级(错误分类) + 融合级(单模型降级) + 图片级(独立 try/except)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00600"/>
            <a:ext cx="1828800" cy="502920"/>
          </a:xfrm>
          <a:prstGeom prst="roundRect">
            <a:avLst/>
          </a:prstGeom>
          <a:solidFill>
            <a:srgbClr val="FF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三级证据链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846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Level 1 AI 发现 → Level 2 规则验证 → Level 3 人工复核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86400"/>
            <a:ext cx="18288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控制/数据面分离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532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SQLite 控制面(几十行)+ 文件系统数据面(制品仓库)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 · 核心设计理念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A0"/>
                </a:solidFill>
                <a:latin typeface="Microsoft YaHei"/>
              </a:defRPr>
            </a:pPr>
            <a:r>
              <a:t>「AI 做发现、Tool 做验证、Rule 做兜底、数据飞轮做进化」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56692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知识库 → 自动化 + 可扩展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素材自动化分析管线：PDF/图片/文档智能摄入→结构化库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知识库即代码：Git 版本控制，CI 自动同步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跨场景扩展：一次建设，多品牌/多平台复用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 化封装：每个领域知识封装为独立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6692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MOE → 双层专家系统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146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Level 1：GPT+Kimi 跨模型集成，互补漏检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Level 2：颜色/布局/组件/图标多 Expert 路由，提升深度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双层互补：广度 + 深度 = 全面覆盖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Agent + Skill + Harness 成熟模式支撑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56692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工具 → Agent Tool 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颜色采样/区域测量/标注截图三件套，子进程隔离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规则引擎 Harness 兜底，确定性校验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Bbox 三层状态机把关标注数据质量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6692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 → 飞轮持续进化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006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控制面/数据面分离，全链路可追溯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每轮审核反哺 Prompt/规则/Token/模型评估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4 个反哺维度：precision/recall 持续追踪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Microsoft YaHei"/>
              </a:defRPr>
            </a:pPr>
            <a:r>
              <a:t>总代码量 ~8000 行 Python · 22 个测试文件 · 4 种模型变体 · 7 层架构 · 7 种设计模式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